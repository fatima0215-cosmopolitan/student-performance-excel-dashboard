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EF7D3-CEE0-C6B8-3B4D-C147EC59F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3A51B-B315-B3F8-D78F-683C326C2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122A1-0222-4919-E640-AF0026A25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667B7-8B30-0AAD-5822-F6B273ECC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2D2EF-A9C5-F183-ECAF-067EB7479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58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DA70-4812-2377-F016-F04B4A4CA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5627F-7D06-1BAD-6AC9-BCBC543AA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07FAB-0C00-B96F-288A-532903651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D0EAD-36E1-4645-6AE6-45A2DD27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3FD83-6639-E893-540A-E722D5E2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9774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9E6F-CF04-1DC9-0F65-9EE13CACE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FFBB2-41E6-317A-9497-6B99DC7DD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CB332-9257-DF15-7C8B-0058606E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6E02C-F5E5-41CC-59C5-F68961303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6FF43-4514-CF3D-752F-8DF985811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91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23559-246D-6DB9-3BB8-9F371C1B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8903A-56A3-38C6-5491-1C6267A0B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79EFC-B635-D47B-D423-9B4826BEF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6CA9ED-A111-9800-9330-8D486667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DCE874-8020-3511-5F9C-E491C64F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25AA2-88CD-6E18-080C-0490AC21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35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64E1-11E5-35C1-49DA-538587014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4F514-D81A-D056-A6B7-224284C78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81A3B9-8C9E-40A6-EFCF-EE26D18E3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4F693-71FE-D0AB-BF9F-3A73CACF0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60844-CF76-48BC-5001-82A23FD56E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15976-FA23-4944-07D1-8EF65A5B4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C0B822-0EE2-8AFB-0420-1F746BA6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B98B3B-4E6D-B860-6584-C83F2DD9A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78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6E6B-3E43-5AED-9E1C-FAB51FA59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94A670-EF49-B068-F88A-0E7035EB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B75D-2AFE-F8D4-4D73-E4F9F822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E5242-B699-2404-7161-81FD489E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587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546601-BECB-6404-3E78-1C9AF6453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B3FE0A-03DF-D34A-9ABB-B0AF2A11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BEDA0-39A2-D1DD-66CD-5C73FD2F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37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9EA7E-9CB8-F04E-8BE9-22337ECB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1B001-9660-C45F-E0C8-E336C1AA9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EDE53-76CC-1DA8-23D4-7386520D0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7FEF9-FFC2-E72E-D678-F24CCA1B7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459DE-2190-7914-9814-E3F3FAF1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697B0-6E7C-A5B5-722B-85B572D2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4F9B-F4C2-BE9D-086A-DC87BE980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02753-F222-C741-C64F-0B7FF0A4E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566B6-6627-0E62-15AA-4E837EE0F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E94CA-71D0-A133-F136-120D68568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8D1E1-7DD6-56DD-4577-FE55DEC54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9E6F4-6B7B-C98F-BFFC-C1589DE91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73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D9CB-2431-96E9-36B1-EF891877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52AA2-E9F4-660C-7619-7976EC027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06247-5604-F2D4-6CC8-2CDFC6D5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908E8-E411-7359-F555-268BAC83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3C3A5-2993-45C3-41D2-C18B8D63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170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363DFF-35CD-0E88-4FB7-892E00BAC2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A5BA3-CB33-5B52-BDF1-DFBA88C0E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C2182-28A0-F4E8-25FF-7014B13F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9A98B-6A1F-7693-A377-4E56B0F52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E768E-6905-E7DE-D11F-5D933A1F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34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B02FC-693C-36E4-82C1-CC015853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36E46-362E-0E87-061C-3FC141244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5C095-0330-D2C9-CC90-85DCD889D8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27DFA-DF81-4B69-827A-C0D76694253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E711D-C8D6-8A14-6DEF-67EB81CCB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61D38-EE85-7556-76DD-B906944DC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4B88A-4FDC-4C6E-817E-726C33505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55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01F9A-82B6-2B8E-297F-448B2D5C3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/>
              <a:t>DEP202 ASSIGNMENT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AFBB6-D153-62E7-98F2-DC914EF26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/>
              <a:t>ARFO FATIMA IBRAHIM </a:t>
            </a:r>
          </a:p>
          <a:p>
            <a:r>
              <a:rPr lang="en-US" dirty="0"/>
              <a:t>24C-SCT-SEN-0215</a:t>
            </a:r>
          </a:p>
          <a:p>
            <a:r>
              <a:rPr lang="en-US" dirty="0"/>
              <a:t>EMPLOYEE PERFORMANCE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5841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672D-C0DE-5CA8-8DFD-EB9B97A61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28" y="2325818"/>
            <a:ext cx="4245429" cy="22063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the highest Monthly Salary in the dataset?</a:t>
            </a: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F1E5E62-9EB9-408E-AE53-A04A4C811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55C6EA-5B07-5C70-45C2-C9E5D05E9D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115" y="1385828"/>
            <a:ext cx="5466806" cy="2657171"/>
          </a:xfrm>
          <a:prstGeom prst="rect">
            <a:avLst/>
          </a:prstGeom>
        </p:spPr>
      </p:pic>
      <p:sp>
        <p:nvSpPr>
          <p:cNvPr id="13" name="Freeform 7">
            <a:extLst>
              <a:ext uri="{FF2B5EF4-FFF2-40B4-BE49-F238E27FC236}">
                <a16:creationId xmlns:a16="http://schemas.microsoft.com/office/drawing/2014/main" id="{9C5704B2-7C5B-4738-AF0D-4A2756A6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3319"/>
            <a:ext cx="5925190" cy="2174681"/>
          </a:xfrm>
          <a:custGeom>
            <a:avLst/>
            <a:gdLst>
              <a:gd name="connsiteX0" fmla="*/ 1007162 w 5925190"/>
              <a:gd name="connsiteY0" fmla="*/ 0 h 2174681"/>
              <a:gd name="connsiteX1" fmla="*/ 5925190 w 5925190"/>
              <a:gd name="connsiteY1" fmla="*/ 0 h 2174681"/>
              <a:gd name="connsiteX2" fmla="*/ 5925190 w 5925190"/>
              <a:gd name="connsiteY2" fmla="*/ 2174681 h 2174681"/>
              <a:gd name="connsiteX3" fmla="*/ 0 w 5925190"/>
              <a:gd name="connsiteY3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4681">
                <a:moveTo>
                  <a:pt x="1007162" y="0"/>
                </a:moveTo>
                <a:lnTo>
                  <a:pt x="5925190" y="0"/>
                </a:lnTo>
                <a:lnTo>
                  <a:pt x="5925190" y="2174681"/>
                </a:lnTo>
                <a:lnTo>
                  <a:pt x="0" y="217468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DFB36DC4-A410-4DF1-8453-1D85743F5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683319"/>
            <a:ext cx="7092887" cy="2174681"/>
          </a:xfrm>
          <a:custGeom>
            <a:avLst/>
            <a:gdLst>
              <a:gd name="connsiteX0" fmla="*/ 0 w 7092887"/>
              <a:gd name="connsiteY0" fmla="*/ 0 h 2174681"/>
              <a:gd name="connsiteX1" fmla="*/ 7092887 w 7092887"/>
              <a:gd name="connsiteY1" fmla="*/ 0 h 2174681"/>
              <a:gd name="connsiteX2" fmla="*/ 6085725 w 7092887"/>
              <a:gd name="connsiteY2" fmla="*/ 2174681 h 2174681"/>
              <a:gd name="connsiteX3" fmla="*/ 1524000 w 7092887"/>
              <a:gd name="connsiteY3" fmla="*/ 2174681 h 2174681"/>
              <a:gd name="connsiteX4" fmla="*/ 1200418 w 7092887"/>
              <a:gd name="connsiteY4" fmla="*/ 2174681 h 2174681"/>
              <a:gd name="connsiteX5" fmla="*/ 0 w 7092887"/>
              <a:gd name="connsiteY5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92887" h="2174681">
                <a:moveTo>
                  <a:pt x="0" y="0"/>
                </a:moveTo>
                <a:lnTo>
                  <a:pt x="7092887" y="0"/>
                </a:lnTo>
                <a:lnTo>
                  <a:pt x="6085725" y="2174681"/>
                </a:lnTo>
                <a:lnTo>
                  <a:pt x="1524000" y="2174681"/>
                </a:lnTo>
                <a:lnTo>
                  <a:pt x="1200418" y="2174681"/>
                </a:lnTo>
                <a:lnTo>
                  <a:pt x="0" y="2174681"/>
                </a:lnTo>
                <a:close/>
              </a:path>
            </a:pathLst>
          </a:custGeom>
          <a:solidFill>
            <a:srgbClr val="B2B2B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524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A4026-6BFC-065D-E48D-CF9538097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774F4-1ADC-95FA-A19D-99C600093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3" y="2325818"/>
            <a:ext cx="4245429" cy="220636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What is the lowest monthly salary in the dataset?</a:t>
            </a:r>
            <a:endParaRPr lang="en-GB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18C63AF6-1188-E2B0-86D3-88F33DAA6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8CAE31D6-B5BE-DAC0-4F1D-E9B3C6053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3319"/>
            <a:ext cx="5925190" cy="2174681"/>
          </a:xfrm>
          <a:custGeom>
            <a:avLst/>
            <a:gdLst>
              <a:gd name="connsiteX0" fmla="*/ 1007162 w 5925190"/>
              <a:gd name="connsiteY0" fmla="*/ 0 h 2174681"/>
              <a:gd name="connsiteX1" fmla="*/ 5925190 w 5925190"/>
              <a:gd name="connsiteY1" fmla="*/ 0 h 2174681"/>
              <a:gd name="connsiteX2" fmla="*/ 5925190 w 5925190"/>
              <a:gd name="connsiteY2" fmla="*/ 2174681 h 2174681"/>
              <a:gd name="connsiteX3" fmla="*/ 0 w 5925190"/>
              <a:gd name="connsiteY3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4681">
                <a:moveTo>
                  <a:pt x="1007162" y="0"/>
                </a:moveTo>
                <a:lnTo>
                  <a:pt x="5925190" y="0"/>
                </a:lnTo>
                <a:lnTo>
                  <a:pt x="5925190" y="2174681"/>
                </a:lnTo>
                <a:lnTo>
                  <a:pt x="0" y="217468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88A702E6-407F-8FE4-8DDA-444C2DE84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4683319"/>
            <a:ext cx="7092887" cy="2174681"/>
          </a:xfrm>
          <a:custGeom>
            <a:avLst/>
            <a:gdLst>
              <a:gd name="connsiteX0" fmla="*/ 0 w 7092887"/>
              <a:gd name="connsiteY0" fmla="*/ 0 h 2174681"/>
              <a:gd name="connsiteX1" fmla="*/ 7092887 w 7092887"/>
              <a:gd name="connsiteY1" fmla="*/ 0 h 2174681"/>
              <a:gd name="connsiteX2" fmla="*/ 6085725 w 7092887"/>
              <a:gd name="connsiteY2" fmla="*/ 2174681 h 2174681"/>
              <a:gd name="connsiteX3" fmla="*/ 1524000 w 7092887"/>
              <a:gd name="connsiteY3" fmla="*/ 2174681 h 2174681"/>
              <a:gd name="connsiteX4" fmla="*/ 1200418 w 7092887"/>
              <a:gd name="connsiteY4" fmla="*/ 2174681 h 2174681"/>
              <a:gd name="connsiteX5" fmla="*/ 0 w 7092887"/>
              <a:gd name="connsiteY5" fmla="*/ 2174681 h 2174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92887" h="2174681">
                <a:moveTo>
                  <a:pt x="0" y="0"/>
                </a:moveTo>
                <a:lnTo>
                  <a:pt x="7092887" y="0"/>
                </a:lnTo>
                <a:lnTo>
                  <a:pt x="6085725" y="2174681"/>
                </a:lnTo>
                <a:lnTo>
                  <a:pt x="1524000" y="2174681"/>
                </a:lnTo>
                <a:lnTo>
                  <a:pt x="1200418" y="2174681"/>
                </a:lnTo>
                <a:lnTo>
                  <a:pt x="0" y="2174681"/>
                </a:lnTo>
                <a:close/>
              </a:path>
            </a:pathLst>
          </a:custGeom>
          <a:solidFill>
            <a:srgbClr val="B2B2B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B2B2B2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2F47A6-841D-C40A-3570-903733FBC3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645" y="1600200"/>
            <a:ext cx="5289014" cy="255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97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743558-C6F9-F30F-B30D-7631E5C3F0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982" y="2264229"/>
            <a:ext cx="6272961" cy="4305712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3D3AA-E88E-38CF-1B7B-D4A9789F6F26}"/>
              </a:ext>
            </a:extLst>
          </p:cNvPr>
          <p:cNvSpPr txBox="1"/>
          <p:nvPr/>
        </p:nvSpPr>
        <p:spPr>
          <a:xfrm>
            <a:off x="2068286" y="-27847"/>
            <a:ext cx="9568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Which Department has the highest total Performance Score?</a:t>
            </a:r>
            <a:endParaRPr lang="en-GB" sz="3600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15783E-ADEF-8F84-BC72-E8B718544418}"/>
              </a:ext>
            </a:extLst>
          </p:cNvPr>
          <p:cNvSpPr txBox="1"/>
          <p:nvPr/>
        </p:nvSpPr>
        <p:spPr>
          <a:xfrm>
            <a:off x="1513115" y="1232820"/>
            <a:ext cx="89371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department with the highest performance score is the IT department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78748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451B-B810-CB81-0658-5753CA073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How many employees work in each Work Location?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1FF8-BFC0-501D-96B0-906B519F8A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0229" y="1433739"/>
            <a:ext cx="10058400" cy="1325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Using the pie chart you can see the number of employees in each location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58932B-E01F-D5A0-E974-F5A57A6157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957" y="2416627"/>
            <a:ext cx="6374814" cy="395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634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861A-4ACF-D1B9-5777-FDF6CBEA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Which Job Level has the highest total salary paid?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6DB05-CF03-F827-43F3-B57A8AC432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2856" y="1411232"/>
            <a:ext cx="7979229" cy="8522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highest salary paid is from the senior job level.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823037-E842-143B-5A88-6EF2DE9828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714" y="2263493"/>
            <a:ext cx="6779400" cy="383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14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94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DEP202 ASSIGNMENT</vt:lpstr>
      <vt:lpstr>What is the highest Monthly Salary in the dataset?</vt:lpstr>
      <vt:lpstr>What is the lowest monthly salary in the dataset?</vt:lpstr>
      <vt:lpstr>PowerPoint Presentation</vt:lpstr>
      <vt:lpstr>How many employees work in each Work Location? </vt:lpstr>
      <vt:lpstr>Which Job Level has the highest total salary paid?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Maryam Sani</dc:creator>
  <cp:lastModifiedBy>Maryam Sani</cp:lastModifiedBy>
  <cp:revision>1</cp:revision>
  <dcterms:created xsi:type="dcterms:W3CDTF">2026-04-13T13:01:18Z</dcterms:created>
  <dcterms:modified xsi:type="dcterms:W3CDTF">2026-04-13T15:19:31Z</dcterms:modified>
</cp:coreProperties>
</file>